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1. Business 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Where do delays occur, what predicts them, and how to prioritize scarce review capacity? (DEMO — synthetic data)</a:t>
            </a:r>
          </a:p>
          <a:p>
            <a:r>
              <a:t>Approach: quality-controlled pipeline → diagnostics → approval-time risk model → capacity simulation.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2.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Eligible orders: 346; late rate: 0.5405 | mean lead time: 15.6d; approval→carrier: 4.87d; carrier→delivered: 9.72d.</a:t>
            </a:r>
          </a:p>
        </p:txBody>
      </p:sp>
      <p:pic>
        <p:nvPicPr>
          <p:cNvPr id="4" name="Picture 3" descr="lead_tim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1684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3. Delay concentrations &amp; potential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Pareto + segment late rates show where delays concentrate. Treat as potential contributing factors — operational validation required.</a:t>
            </a:r>
          </a:p>
        </p:txBody>
      </p:sp>
      <p:pic>
        <p:nvPicPr>
          <p:cNvPr id="4" name="Picture 3" descr="pareto_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840480" cy="1248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4. Early warning &amp; capacity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Risk scores at approval time rank orders for review. logistic: ROC-AUC 0.6338, PR-AUC 0.6615 | hgb: ROC-AUC 0.5859, PR-AUC 0.6042. Thresholds from validation; test held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5. Recommendations, limitations,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1) Prioritize top-risk reviews within daily capacity. 2) Validate seller/segment patterns operationally. 3) Track rescued-rate before claiming savings. Limits: no inventory/cost/counterfactual data; undelivered orders excluded from late rates; fixture numbers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